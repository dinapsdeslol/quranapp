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Quran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B0"/>
                </a:solidFill>
                <a:latin typeface="Calibri"/>
              </a:defRPr>
            </a:pPr>
            <a:r>
              <a:t>Application Mobile de Lecture Audio du Coran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Calibri"/>
              </a:defRPr>
            </a:pPr>
            <a:r>
              <a:t>ING3 - Sécurité du Développement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0B0"/>
                </a:solidFill>
                <a:latin typeface="Calibri"/>
              </a:defRPr>
            </a:pPr>
            <a:r>
              <a:t>Flutter  |  Firebase  |  Authentification Biométrique  |  Audio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Calibri"/>
              </a:defRPr>
            </a:pPr>
            <a:r>
              <a:t>Développé par : [Votre Nom]  | 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0700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Contexte, objectifs, technologies choisies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63624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2. Outils &amp; Langages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Flutter, Dart, Firebase, Android Studio, Git, libraries utilisées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38528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5681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3. Architecture Générale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56816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Structure MVC du projet, arborescence lib/, organisation des dossiers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13432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4. main.dart - Point d'Entrée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Initialisation Firebase, AppFlow, machine à états, routing conditionnel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88336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0662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5. bio_screen.dart - Biométrie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0662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local_auth, isFirstLaunch, authentification fingerprint, skip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815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6. auth_service.dart - Firebase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8152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Login, Register, ResetPassword, getUserData, fallback Firestore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38144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564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7. login_screen.dart &amp; register_screen.dart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5643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Formulaires, validation, âge ≥13, Firebase 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13048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313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8. home_screen.dart - 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31336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IndexedStack, AudioService partagé, logout avec cleanup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87952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9. player_screen.dart - Lecture Audio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0624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API Quran, audioplayers, contrôles, favoris, slider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62856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8114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10. stats_screen.dart - Statistiques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58114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fl_chart, SharedPreferences, objectif mensuel, top tracks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37760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5604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11. favorites_screen.dart - Firestore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956048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StreamBuilder, CRUD, biométrie pour delete, SnackBar erreurs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12664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33095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12. audio_service.dart - Coeur Audio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330952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playTrack, togglePlayPause, enregistrement stats, gestion erreurs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87568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0585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13. api_service.dart &amp; Modèles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705856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staticquran API, fallback, AudioTrack, SurahCategory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62472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8076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14. Sécurité &amp; Difficultés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08076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Biométrie, permissions, Firestore rules, problèmes rencontrés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437376"/>
            <a:ext cx="1124712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4556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47A1"/>
                </a:solidFill>
                <a:latin typeface="Calibri"/>
              </a:defRPr>
            </a:pPr>
            <a:r>
              <a:t>15. Conclusion &amp;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55664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Résumé, améliorations possibles, démonstration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47A1"/>
                </a:solidFill>
                <a:latin typeface="Calibri"/>
              </a:defRPr>
            </a:pPr>
            <a:r>
              <a:t>Contexte du Projet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Application mobile Android développée dans le cadre du cours ING3 - Sécurité du Développement Mobile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Objectif : créer une application sécurisée de lecture audio du Coran avec authentification biométrique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Technologies : Flutter (cross-platform), Firebase (backend), local_auth (biométrie)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Fonctionnalités Clés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Authentification biométrique (fingerprint) au premier lancement - protection de l'accès à l'app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Firebase Authentication pour la gestion des comptes (email/mot de passe)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Cloud Firestore pour la synchronisation des favoris en temps réel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Lecture audio des 114 sourates du Coran via API REST + streaming MP3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Statistiques d'écoute (temps total, histogramme 30 jours, top tracks, objectif mensuel)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Architecture MVC (Model-View-Controller) propre et maintenable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Choix Technologiques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Flutter : développement cross-platform, hot reload, Material 3, riche écosystème de packages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Firebase : backend sans serveur, auth sécurisée, base de données temps réel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local_auth : abstraction de l'authentification biométrique Android/iOS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audioplayers : lecture audio multi-plateforme avec contrôle du state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fl_chart : graphiques statistiques personnalisables pour Flutter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Outils &amp; Langages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Outils de Développement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Flutter 3.41.3 - Framework UI cross-platform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Dart 3.11.1 - Langage de programmation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Android Studio + AVD Manager - IDE &amp; Émulateur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39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Firebase Console - Configuration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Git / GitHub - Contrôle de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JDK 17 (Eclipse Adoptium Temurin)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59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Gradle 8.11.1 - Build system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Python 3.14 - Génération de la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Packages Flutter (pubspec.yaml)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459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firebase_core ^3.6.0 - Initialisation Firebase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firebase_auth ^5.3.1 - Authentification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cloud_firestore ^5.4.4 - 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06039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local_auth ^2.3.0 - Biométrie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audioplayers ^6.1.0 - Lecture audio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http ^1.2.2 - Requêtes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66159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fl_chart ^0.69.0 - Graphiques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shared_preferences ^2.3.2 - Stockage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062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• intl ^0.19.0 - Formatage 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Langages de Programmation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265176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Dart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~95% du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Toute la logique : UI, services, modèles, états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212080"/>
            <a:ext cx="265176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Kotlin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~3%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Configuration Gradle, build scripts Android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212080"/>
            <a:ext cx="265176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XML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~1.5%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AndroidManifest, ressources thème, google-services.json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212080"/>
            <a:ext cx="265176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~0.5%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852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Génération de cette présentation (python-pptx)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 Architecture Générale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Arborescence lib/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lib/</a:t>
            </a:r>
            <a:br/>
            <a:r>
              <a:t>  └── main.dart                 # Point d'entrée + AppFlow (machine à états)</a:t>
            </a:r>
            <a:br/>
            <a:r>
              <a:t>  └── models/</a:t>
            </a:r>
            <a:br/>
            <a:r>
              <a:t>       └── track_model.dart       # AudioTrack, SurahCategory</a:t>
            </a:r>
            <a:br/>
            <a:r>
              <a:t>  └── services/</a:t>
            </a:r>
            <a:br/>
            <a:r>
              <a:t>       └── auth_service.dart     # Firebase Auth + Firestore user data</a:t>
            </a:r>
            <a:br/>
            <a:r>
              <a:t>       └── bio_service.dart      # local_auth + SharedPreferences first_launch</a:t>
            </a:r>
            <a:br/>
            <a:r>
              <a:t>       └── audio_service.dart    # audioplayers + stats recording</a:t>
            </a:r>
            <a:br/>
            <a:r>
              <a:t>       └── api_service.dart      # HTTP client pour staticquran API</a:t>
            </a:r>
            <a:br/>
            <a:r>
              <a:t>       └── favorite_service.dart # Firestore CRUD pour les favoris</a:t>
            </a:r>
            <a:br/>
            <a:r>
              <a:t>  └── screens/</a:t>
            </a:r>
            <a:br/>
            <a:r>
              <a:t>       └── bio_screen.dart       # Écran d'auth biométrique</a:t>
            </a:r>
            <a:br/>
            <a:r>
              <a:t>       └── login_screen.dart     # Écran de connexion</a:t>
            </a:r>
            <a:br/>
            <a:r>
              <a:t>       └── register_screen.dart  # Écran d'inscription</a:t>
            </a:r>
            <a:br/>
            <a:r>
              <a:t>       └── forgot_screen.dart    # Mot de passe oublié</a:t>
            </a:r>
            <a:br/>
            <a:r>
              <a:t>       └── home_screen.dart      # Navigation principale (3 tabs)</a:t>
            </a:r>
            <a:br/>
            <a:r>
              <a:t>       └── player_screen.dart    # Lecteur audio + liste sourates</a:t>
            </a:r>
            <a:br/>
            <a:r>
              <a:t>       └── stats_screen.dart     # Statistiques d'écoute</a:t>
            </a:r>
            <a:br/>
            <a:r>
              <a:t>       └── favorites_screen.dart # Favoris synchronisés Firestore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Architecture MVC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8463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5727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MODÈLES (Models)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848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track_model.dart (AudioTrack, SurahCategory)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565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48463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697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  <a:latin typeface="Calibri"/>
              </a:defRPr>
            </a:pPr>
            <a:r>
              <a:t>SERVICES (Contrôleurs)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• auth_service.dart : Firebase Auth + Firestore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564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• bio_service.dart : local_auth + SharedPrefs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0390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• audio_service.dart : audioplayers + 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5137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• api_service.dart : HTTP (staticquran)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• favorite_service.dart : Firestore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565C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303520"/>
            <a:ext cx="48463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349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47A1"/>
                </a:solidFill>
                <a:latin typeface="Calibri"/>
              </a:defRPr>
            </a:pPr>
            <a:r>
              <a:t>VUES (Screens / UI)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7150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8 écrans (bio, login, register, forgot, home, player, stats, favorites)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9893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  main.dart : point d'entrée + AppFlow (orchestrateur)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54480"/>
            <a:ext cx="219456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727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EXTERNE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Firebase Auth/Firestore</a:t>
            </a:r>
            <a:br/>
            <a:r>
              <a:t>staticquran API</a:t>
            </a:r>
            <a:br/>
            <a:r>
              <a:t>MP3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 main.dart - Point d'Entrée &amp; Machine à États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Fonction main()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WidgetsFlutterBinding.ensureInitialized() - Initialise le binding Flutter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Firebase.initializeApp() - Initialise Firebase (uniquement sur mobile, pas web)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runApp(QuranPlayerApp()) - Lance l'application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  <a:latin typeface="Calibri"/>
              </a:defRPr>
            </a:pPr>
            <a:r>
              <a:t>QuranPlayerApp (StatelessWidget)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MaterialApp avec thème Material 3, seed color #0D47A1 (bleu)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debugShowCheckedModeBanner: false - Cache le bandeau DEBUG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home: AppFlow() - Le widget racine qui gère le flux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  <a:latin typeface="Calibri"/>
              </a:defRPr>
            </a:pPr>
            <a:r>
              <a:t>AppFlow (StatefulWidget) - Machine à États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4 états possibles : _showBio / _showLogin / _loggedIn + _userData / spinner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D47A1"/>
                </a:solidFill>
                <a:latin typeface="Calibri"/>
              </a:defRPr>
            </a:pPr>
            <a:r>
              <a:t>_checkLogin()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1. Vérifie isFirstLaunch() via SharedPreferences (clé bio_done)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2. Si premier lancement -&gt; _showBio = true (BiometricScreen)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3. Sinon, vérifie currentUser (Firebase Auth)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4. Si user connecté -&gt; getUserData() depuis Firestore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5. Si data OK -&gt; HomeScreen, sinon LoginScreen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  <a:latin typeface="Calibri"/>
              </a:defRPr>
            </a:pPr>
            <a:r>
              <a:t>Callbacks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_onBioSuccess() : biometric OK -&gt; passe au login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_onLogin(data) : login OK -&gt; HomeScreen avec userData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Build() : Affiche l'écran correspondant à l'état courant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28016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_AppFlowState extends State&lt;AppFlow&gt;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Future&lt;void&gt; _checkLogin()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isFirst = await _bio!.isFirstLaunch();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(isFirst) { setState(() =&gt; _showBio = true); return;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user = _auth!.currentUser;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(user != null)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final data = await _auth!.getUserData(user.uid);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if (data != null)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setState(() { _userData = data; _loggedIn = true;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setState(() =&gt; _showLogin = true);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@override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Widget build(BuildContext context)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(_showBio) return BiometricScreen(onSuccess: _onBioSuccess);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(_showLogin) return LoginScreen(onLogin: _onLogin);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(_loggedIn &amp;&amp; _userData != null) return HomeScreen(userData: _userData!);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const Scaffold(body: Center(child: CircularProgressIndicator()));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5. bio_screen.dart - Authentification Biométrique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Calibri"/>
              </a:defRPr>
            </a:pPr>
            <a:r>
              <a:t>Objectif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Protéger l'accès à l'application par empreinte digitale au premier lancement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Bouton Skip disponible si le capteur biométrique n'est pas disponible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Fonctionnement Détaillé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_init() : Appelée dans initState(), vérifie la disponibilité du capteur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BioService.isBiometricAvailable() utilise local_auth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Si disponible : "Place your finger on the sensor" + _tryAuth()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Sinon : "No fingerprint registered" + boutons Settings/Skip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_tryAuth() : Appelle BioService.authenticate()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local_auth avec AuthenticationOptions(biometricOnly: true)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Succès : SystemSound.play(SystemSoundType.click) + setFirstLaunchComplete() + onSuccess()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Échec : message "Authentication failed" + bouton Retry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Bouton Skip : setFirstLaunchComplete() + onSuccess() sans auth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000" b="1">
                <a:solidFill>
                  <a:srgbClr val="0D47A1"/>
                </a:solidFill>
                <a:latin typeface="Calibri"/>
              </a:defRPr>
            </a:pPr>
            <a:r>
              <a:t>UI / UX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Fond dégradé bleu (#0D47A1 -&gt; #1976D2)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Icône fingerprint (Icons.fingerprint) en grand (size: 120)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Message dynamique selon l'état du capteur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Boutons : Settings (va aux paramètres), Retry (réessaie), Skip (passe)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_BiometricScreenState extends State&lt;BiometricScreen&gt;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Future&lt;void&gt; _init()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available = await _bio.isBiometricAvailable();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(!available)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setState(() { _msg = 'No fingerprint registered.'; _hasBio = false;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setState(() { _hasBio = true; _msg = 'Place your finger on the sensor';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await _tryAuth();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Future&lt;void&gt; _tryAuth()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ok = await _bio.authenticate();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(ok)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await SystemSound.play(SystemSoundType.click);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await _bio.setFirstLaunchComplete();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widget.onSuccess();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// Skip button: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onPressed: 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_bio.setFirstLaunchComplete();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widget.onSuccess();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6. auth_service.dart - Services Firebase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Centralise toute la logique d'authentification et de gestion des utilisateurs via Firebase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Méthodes Principales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1800" b="1">
                <a:solidFill>
                  <a:srgbClr val="0D47A1"/>
                </a:solidFill>
                <a:latin typeface="Calibri"/>
              </a:defRPr>
            </a:pPr>
            <a:r>
              <a:t>Fallback Firestore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Si Firestore est injoignable (réseau), login() retourne quand même des données basiques : {"firstName": email.split("@").first, "lastName": "", "email": email}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Évite de bloquer l'utilisateur si le backend DB est temporairement hors ligne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register(email, password, firstName, lastName, birthDate, phoneNumber)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Crée un compte Firebase Auth + enregistre le profil dans Firestore (collection "users"). Calcul âge avec calculateAge(), bloque si &lt; 13 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249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login(email, password)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449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signInWithEmailAndPassword, puis getUserData() depuis Firestore. Si Firestore injoignable, crée un objet basique avec l'email.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935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logout()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136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signOut() de Firebase Auth. Les SharedPreferences sont nettoyés par HomeScreen.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622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resetPassword(email)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82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sendPasswordResetEmail() de Firebase Auth. Gère les exceptions (utilisateur inexistant, etc.).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309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getUserData(uid)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Lit le document Firestore users/{uid}. Retourne Map avec firstName, lastName, email, etc.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172200"/>
            <a:ext cx="112471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199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47A1"/>
                </a:solidFill>
                <a:latin typeface="Calibri"/>
              </a:defRPr>
            </a:pPr>
            <a:r>
              <a:t>calculateAge(birthDate)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196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Calcule l'âge à partir de la date de naissance. Vérification côté client avant l'inscription.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login_screen &amp; register_screen - Authentification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Calibri"/>
              </a:defRPr>
            </a:pPr>
            <a:r>
              <a:t>login_screen.dart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Formulaire email + password avec validation (champs requis)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Bouton "Forgot Password?" -&gt; Navigation vers ForgotScreen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Lien "Sign Up" -&gt; Navigation vers RegisterScreen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Messages d'erreur : container rouge #800000 avec bordure jaune (yellowAccent)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Gradient bleu, icône cadenas, Material 3 styling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Appel AuthService().login() avec try/catch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Callback onLogin(data) -&gt; AppFlow -&gt; HomeScreen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register_screen.dart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6 champs : First Name *, Last Name *, Email *, Password *, Confirm *, Phone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DatePicker pour Date of Birth 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Validation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Mot de passe &gt;= 6 caractères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Confirmation doit correspondre au mot de passe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DatePicker obligatoire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Âge &gt;= 13 ans (AuthService.calculateAge)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Appel AuthService().register() avec tous les champs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SnackBar "Account created! Please login." + pop vers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login_screen.dart - Appel Firebase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Future&lt;void&gt; _login()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if (!_form.currentState!.validate())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setState(() { _loading = true; _error = '';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data = await AuthService().login(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_emailCtrl.text.trim(), _passCtrl.text,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(data != null &amp;&amp; mounted) widget.onLogin(data);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else setState(() =&gt; _error = 'Invalid credentials');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 catch (e)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setState(() =&gt; _error = e.toString()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.replaceAll('Exception: ', ''));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 finally { if (mounted) setState(() =&gt; _loading = false);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register_screen.dart - Validation age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Future&lt;void&gt; _register()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if (_auth.calculateAge(_birthDate!) &lt; 13)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setState(() =&gt; _error = 'Must be 13 or older');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await _auth.register(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email: _emailCtrl.text.trim(),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password: _passCtrl.text,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firstName: _fnameCtrl.text.trim(),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lastName: _lnameCtrl.text.trim(),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birthDate: _birthDate!,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phoneNumber: _phoneCtrl.text.trim(),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8. home_screen.dart - Navigation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Écran principal après connexion, contient la navigation à 3 onglets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Structure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StatefulWidget avec _idx (index de l'onglet actif) et _audio (AudioService)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IndexedStack pour conserver l'état de chaque onglet (pas de rebuild)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3 enfants : StatsScreen, PlayerScreen, FavoritesScreen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NavigationBar Material 3 avec 3 destinations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AudioService Centralisé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AudioService _audio = AudioService() créé DANS HomeScreen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Passé PAR CONSTRUCTEUR à PlayerScreen et FavoritesScreen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Évite les doublons de player et les fuites de listeners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_audio.dispose() dans dispose() de HomeScreen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Logout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Confirmation via AlertDialog "Are you sure?"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Nettoyage SharedPreferences : supprime clés listen_*, tracks_*, goal_hours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Appel AuthService().logout()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Navigation vers AppFlow() avec pushAndRemoveUntil (reset stack)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home_screen.dart - Structure principale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_HomeScreenState extends State&lt;HomeScreen&gt;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int _idx =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final AudioService _audio = AudioService(); // INSTANCE UNIQUE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@override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Widget build(BuildContext context)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Scaffold(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body: IndexedStack(index: _idx, children: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StatsScreen(userData: widget.userData),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PlayerScreen(audio: _audio),     // injecté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FavoritesScreen(audio: _audio,   // injecté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onPlay: () =&gt; setState(() =&gt; _idx = 1)),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]),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bottomNavigationBar: NavigationBar(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selectedIndex: _idx,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onDestinationSelected: (i) =&gt; setState(() =&gt; _idx = i),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destinations: const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NavigationDestination(icon: Icon(Icons.bar_chart), label: 'Statistics'),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NavigationDestination(icon: Icon(Icons.music_note), label: 'Player'),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NavigationDestination(icon: Icon(Icons.favorite), label: 'Favorites'),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9. player_screen.dart - Lecteur Audio &amp; Liste Sourates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Affiche la liste des sourates et permet la lecture audio complète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Initialisation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_loadCategories() via QuranApiService.getCategories()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_loadFavIds() via FavoriteService.stream().first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4 listeners audio : onPositionChanged, onDurationChanged, onPlayerComplete, onPlayerStateChanged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Lecture d'une Sourate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_playSurah(SurahCategory cat)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1. Vérifie que cat.audioUrl n'est pas null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2. Crée AudioTrack avec id, name, englishName, audioUrl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3. Reset _posSec et _durSec à 0, _playing = true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4. Appelle _audio.playTrack(track) avec try/catch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5. Si erreur -&gt; _playing = false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Contrôles Audio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Play/Pause : _audio.togglePlayPause()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Stop : _audio.stop() + reset position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Repeat : _audio.toggleRepeat() avec ReleaseMode.loop/stop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Slider : seek(Duration) avec clamp pour éviter les asserts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Gestion des Favoris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_toggleFav(AudioTrack) : Ajoute ou supprime des favoris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Suppression nécessite auth biométrique via BioService.requireAuthForDelete()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Sur web (kIsWeb) : pas de favoris ni biométrie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Liste des Sourates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ListView.builder avec CircleAvatar (numéro), nom anglais/arabe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Sourate en cours : highlight bleu + icône play_arrow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Future&lt;void&gt; _playSurah(SurahCategory cat)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url = cat.audioUrl;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if (url == null || url.isEmpty)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track = AudioTrack(id: cat.id,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surahName: cat.name,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surahEnglishName: cat.englishName,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ayahNumber: 0, audioUrl: url);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setState(() { _posSec = 0; _durSec = 0; _playing = true;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await _audio.playTrack(track);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} catch (_)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if (mounted) setState(() =&gt; _playing = false);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10. stats_screen.dart - Statistiques d'Écoute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Affiche les statistiques d'écoute de l'utilisateur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Sections Affichées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1. Carte de Bienvenue : fond dégradé bleu, prénom + nom en gras (26pt)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2. Temps Total : heures et minutes (ex: "12h 34m")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3. Progression Objectif : LinearProgressIndicator (fl_chart), ratio total/objectif*60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4. Histogramme 30 jours : fl_chart BarChart, ticks personnalisés, couleurs bleues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5. Top Tracks : Liste des 5 sourates les plus écoutées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6. Objectif Mensuel : Dropdown (5, 10, 15, 20, 25, 30, 40, 50h)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Sources de Données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AudioService.getTotalMinutes() : Parcourt toutes les clés SharedPrefs listen_*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AudioService.getDailyMinutes() : Génère 30 entrées [date -&gt; minutes]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AudioService.getTopTracks() : Agrège les clés tracks_*, trie par fréquence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AudioService.getMonthlyGoal() : Lit goal_hours des SharedPrefs (défaut 20)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Stockage Local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listen_YYYY-MM-DD : Nombre de minutes écoutées par jour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tracks_YYYY-MM-DD : JSON array des IDs de sourates écoutées par jour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goal_hours : Objectif mensuel en heures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Nettoyé au logout dans HomeScreen._logout()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Future&lt;void&gt; _load()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total = await _audio.getTotalMinutes();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daily = await _audio.getDailyMinutes();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top = await _audio.getTopTracks();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final goal = await _audio.getMonthlyGoal();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setState(() { _totalMin = total; _daily = daily;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_top = top; _goal = goal; _loading = false; });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// Histogramme fl_chart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Widget _buildChart()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return BarChart(BarChartData(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barGroups: _daily.entries.map((e) =&gt;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BarChartGroupData(x: i++,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barRods: [BarChartRodData(toY: e.value.toDouble(),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color: Colors.blue)])).toList(),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11. favorites_screen.dart - Favoris Firestore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Affiche la liste des favoris synchronisée en temps réel avec Firestore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Stream Firestore en Temps Réel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StreamBuilder&lt;QuerySnapshot&gt; sur FavoriteService.stream()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stream() retourne FirebaseFirestore.collection("favorites").where("userId", ==, uid).snapshots()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Mise à jour automatique de l'UI à chaque changement dans Firestore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Fonctionnalités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Play : Appelle onPlay() callback -&gt; HomeScreen bascule à l'index Player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Delete : Vérifie isBiometricAvailable()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Si disponible : requireAuthForDelete() -&gt; si OK -&gt; FavoriteService.remove()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Sinon : suppression directe sans auth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Erreurs : catch + SnackBar avec message visible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Structure Firestore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Collection : favorites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Document : {userId, surahId, surahName, surahEnglishName, audioUrl, addedAt}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Indexé par userId pour les requêtes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Firestore stream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FavoriteService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Stream&lt;QuerySnapshot&gt; stream()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uid = FirebaseAuth.instance.currentUser!.uid;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FirebaseFirestore.instance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.collection('favorites')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.where('userId', isEqualTo: uid)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.snapshots();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Delete with biometric check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Future&lt;void&gt; _delete(DocumentSnapshot doc)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available = await _bio!.isBiometricAvailable();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(available)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final ok = await _bio!.requireAuthForDelete();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if (!ok) return;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await _fav!.remove(doc.id);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 catch (e)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ScaffoldMessenger.of(context)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.showSnackBar(SnackBar(content: Text('Error: $e')));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12. audio_service.dart - Moteur Audio &amp; Statistiques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Rôle : Centralise la lecture audio et l'enregistrement des statistiques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AudioPlayer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AudioPlayer() de audioplayers, stocké dans _player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playTrack(AudioTrack) : stop() -&gt; play(UrlSource(url)) -&gt; _recordListening()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togglePlayPause() : pause() ou resume() selon l'état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toggleRepeat() : setReleaseMode(loop/stop)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seek(Duration) : positionnement dans le fichier audio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dispose() : libère le player (appelé par HomeScreen.dispose())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Enregistrement des Stats (_recordListening)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Incrémente le compteur "listen_YYYY-MM-DD" dans SharedPreferences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Ajoute l'ID de la piste à "tracks_YYYY-MM-DD" (JSON array)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Appelé automatiquement après chaque playTrack()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Lecture des Stats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getTotalMinutes() : Somme de tous les listen_*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getDailyMinutes() : Map des 30 derniers jours [date -&gt; minutes]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getTopTracks(limit: 5) : Agrège tracks_*, trie par occurrence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getMonthlyGoal() / setMonthlyGoal() : Lecture/écriture goal_hours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6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Gestion des Erreurs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playTrack() catch + rethrow pour propagation au caller (PlayerScreen)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currentTrack = null en cas d'erreur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AudioService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final AudioPlayer _player = AudioPlayer();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AudioTrack? _currentTrack;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Future&lt;void&gt; playTrack(AudioTrack track)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_currentTrack = track;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await _player.stop();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await _player.play(UrlSource(track.audioUrl));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await _recordListening();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 catch (e)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_currentTrack = null;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rethrow;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Future&lt;void&gt; _recordListening()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prefs = await SharedPreferences.getInstance();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today = DateTime.now().toString().split(' ')[0];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key = 'listen_$today';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current = prefs.getInt(key) ?? 0;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await prefs.setInt(key, current + 1);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13. api_service.dart &amp;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Calibri"/>
              </a:defRPr>
            </a:pPr>
            <a:r>
              <a:t>QuranApiService - Récupération des Sourates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Base URL : https://staticquran.vercel.app/api/v1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Endpoint : GET /surah -&gt; retourne liste JSON des sourates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Parse la réponse : body["data"] -&gt; pour chaque sourate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sequence -&gt; id (string)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name.arabic.short -&gt; name (arabe)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 name.latin.short ou translation -&gt; englishName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Génère audioUrl via _audioUrl(id)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"https://server8.mp3quran.net/afs/{id3}.mp3" (id padded à 3 chiffres)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Fallback : 8 sourates locales si l'API est injoignable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200" b="1">
                <a:solidFill>
                  <a:srgbClr val="0D47A1"/>
                </a:solidFill>
                <a:latin typeface="Calibri"/>
              </a:defRPr>
            </a:pPr>
            <a:r>
              <a:t>Modèles (track_model.dart)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AudioTrack : id, surahName, surahEnglishName, ayahNumber, audioUrl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get title =&gt; '$surahEnglishName - Ayah $ayahNumber'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SurahCategory : id, name, englishName, audioUrl?, tracks[]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  -&gt; tracks est une liste d'AudioTrack (vide pour une sourate complète)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t>Utilisés par : api_service (création), player_screen (affichage), audio_service (lecture)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class QuranApiService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static const String baseUrl 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'https://staticquran.vercel.app/api/v1';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String _audioUrl(String id)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final padded = id.padLeft(3, '0');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'https://server8.mp3quran.net/afs/$padded.mp3';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Future&lt;List&lt;SurahCategory&gt;&gt; getCategories() async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try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final response = await http.get(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Uri.parse('$baseUrl/surah'));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if (response.statusCode == 200)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final body = jsonDecode(response.body);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final List&lt;dynamic&gt; data = body['data'];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return data.map((json)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final id = json['sequence'].toString();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return SurahCategory(id: id,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name: json['name']['arabic']['short'] ?? '',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englishName: json['name']['latin']['short']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  ?? json['translation'] ?? '',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audioUrl: _audioUrl(id), tracks: []);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}).toList();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} catch (e) {}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_getFallbackCategories(); // 8 surahs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14. Aspects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47A1"/>
                </a:solidFill>
                <a:latin typeface="Calibri"/>
              </a:defRPr>
            </a:pPr>
            <a:r>
              <a:t>Mécanismes de Sécurité Implémentés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Biométrie (local_auth)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0992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AuthenticationOptions(biometricOnly: true) - Force l'utilisation de l'empreinte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4767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isBiometricAvailable() vérifie que le capteur existe avant de proposer l'auth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8541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Bouton Skip si indisponible -&gt; ne bloque pas l'utilisateur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96312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Hachage et salage des mots de passe gérés par Firebase côté serveur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523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Validation côté client : email valide, mot de passe &gt;= 6 caractères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900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Réinitialisation de mot de passe par email sécurisé Firebase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00984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Protection Favoris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1927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Suppression nécessite ré-authentification biométrique (requireAuthForDelete)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57015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Contournement si isBiometricAvailable() = false pour éviter le blocage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947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SnackBar d'erreur si la suppression échoue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05656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23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Permissions Android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239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USE_BIOMETRIC + USE_FINGERPRINT : utilisation du capteur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3616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INTERNET + ACCESS_NETWORK_STATE : communication Firebase/API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9943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WAKE_LOCK + FOREGROUND_SERVICE : audio en arrière-plan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910328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28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Nettoyage Données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92861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Au logout : suppression des SharedPreferences (stats, objectifs)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Évite les fuites de données entre utilisateurs sur le même appareil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40410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FirebaseAuth.signOut() invalide le token local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715000"/>
            <a:ext cx="11612880" cy="7498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Firestore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332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Règles de sécurité Firebase : accès limité à l'UID de l'utilisateur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971032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Collection "favorites" filtrée par userId côté serveur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20877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Pas d'accès跨 utilisateur possible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Difficultés Rencontrées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47A1"/>
                </a:solidFill>
                <a:latin typeface="Calibri"/>
              </a:defRPr>
            </a:pPr>
            <a:r>
              <a:t>Problèmes Techniques et Leurs Résolutions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API Quran changée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727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yousefheiba.com retournait du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72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Migration vers staticquran.vercel.app (JSON fiable)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4884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URL audio invalide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671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download.quranicaudio.com inaccessible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67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Migration vers server8.mp3quran.net/afs/{id}.mp3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74320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61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Slider assertion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614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Plantage quand durée=0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7614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Clamp de la valeur + maxVal=1.0 si dur=0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33756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AudioService dupliqué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558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Conflit de listeners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Instance unique dans HomeScreen, passée par constructeur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93192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02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Boucle de chargement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50207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Spinner infini si user=null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5020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setState explicite vers _showLogin=true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628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44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Auto-login bypass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5445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Mode démo ajouté par erreur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445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Suppression et retour au flux Firebase réel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2064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38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Emulateur Android 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38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Activité introuvable (Error type 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389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Réinstallation + pm clear + attente boot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71500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Audio pas de 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73328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pcmWrite I/O error driver ranchu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7332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Test sur appareil physique nécessaire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30936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327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GPU instable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63276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opengl32sw manquant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3276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hw.gpu.mode=software dans config.ini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90372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922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Firestore injoignable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69220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DNS/réseau sur cet ordinateur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6922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Fallback dans login() avec données basiques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7498080"/>
            <a:ext cx="116128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516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A1"/>
                </a:solidFill>
                <a:latin typeface="Calibri"/>
              </a:defRPr>
            </a:pPr>
            <a:r>
              <a:t>Biométrie émulateur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751636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Pas de capteur simulé par défaut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7516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Calibri"/>
              </a:defRPr>
            </a:pPr>
            <a:r>
              <a:t>adb emu finger touch 1 + enregistrement préalable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Ce qui a été réalisé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Application complète avec architecture MVC (Model-View-Controller)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Authentification biométrique robuste + Firebase Auth fonctionnelle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Lecture audio des 114 sourates avec API distante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Statistiques d'écoute avec graphiques fl_chart et objectifs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Favoris synchronisés en temps réel via Firestore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Interface Material 3 responsive et personnalisée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Code sécurisé : permissions, biométrie, nettoyage données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Améliorations possibles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Lecture en arrière-plan (service Android foreground)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Téléchargement hors-ligne des sourates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Mode nuit et personnalisation du thème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Widget de rappel pour les prières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Version iOS complète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t>Tests unitaires et d'intégration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0B0B0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572000"/>
            <a:ext cx="6675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66344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47A1"/>
                </a:solidFill>
                <a:latin typeface="Calibri"/>
              </a:defRPr>
            </a:pPr>
            <a:r>
              <a:t>github.com/dinapsdeslol/quranapp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